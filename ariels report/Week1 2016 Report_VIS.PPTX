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2" r:id="rId2"/>
    <p:sldId id="327" r:id="rId3"/>
    <p:sldId id="328" r:id="rId4"/>
    <p:sldId id="338" r:id="rId5"/>
    <p:sldId id="298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FLORES, Rogelio (Roger) L." initials="FR(L" lastIdx="1" clrIdx="0">
    <p:extLst>
      <p:ext uri="{19B8F6BF-5375-455C-9EA6-DF929625EA0E}">
        <p15:presenceInfo xmlns:p15="http://schemas.microsoft.com/office/powerpoint/2012/main" userId="S-1-5-21-21127918-1879733688-1683584401-637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88" autoAdjust="0"/>
    <p:restoredTop sz="87125" autoAdjust="0"/>
  </p:normalViewPr>
  <p:slideViewPr>
    <p:cSldViewPr>
      <p:cViewPr varScale="1">
        <p:scale>
          <a:sx n="79" d="100"/>
          <a:sy n="79" d="100"/>
        </p:scale>
        <p:origin x="1548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5E35C-A594-4D27-A4DF-6DBD499D2876}" type="datetimeFigureOut">
              <a:rPr lang="en-US" smtClean="0"/>
              <a:pPr/>
              <a:t>1/12/2016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251B45-826F-4745-8029-627270C316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199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Footnote: </a:t>
            </a:r>
          </a:p>
          <a:p>
            <a:r>
              <a:rPr lang="en-US" dirty="0" smtClean="0"/>
              <a:t>*All details based from NOC raw</a:t>
            </a:r>
            <a:r>
              <a:rPr lang="en-US" baseline="0" dirty="0" smtClean="0"/>
              <a:t> tickets (always have footnote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51B45-826F-4745-8029-627270C316B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601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aseline="0" dirty="0" smtClean="0"/>
              <a:t>always have footnote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51B45-826F-4745-8029-627270C316B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193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 month comparison</a:t>
            </a:r>
            <a:r>
              <a:rPr lang="en-US" baseline="0" dirty="0" smtClean="0"/>
              <a:t> per repeated outages. 2 or more</a:t>
            </a:r>
          </a:p>
          <a:p>
            <a:r>
              <a:rPr lang="en-US" baseline="0" dirty="0" smtClean="0"/>
              <a:t>Mitigation/innovation. - Not specific.</a:t>
            </a:r>
          </a:p>
          <a:p>
            <a:r>
              <a:rPr lang="en-US" baseline="0" dirty="0" smtClean="0"/>
              <a:t>Regardless of node type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251B45-826F-4745-8029-627270C316B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101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0FE184A-11C2-4CFE-B361-BDD39AF8BA66}" type="slidenum">
              <a:rPr lang="en-US" smtClean="0"/>
              <a:pPr/>
              <a:t>5</a:t>
            </a:fld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val="4008004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rabajo-en-grupo.jpg"/>
          <p:cNvPicPr>
            <a:picLocks noChangeAspect="1"/>
          </p:cNvPicPr>
          <p:nvPr userDrawn="1"/>
        </p:nvPicPr>
        <p:blipFill>
          <a:blip r:embed="rId2"/>
          <a:srcRect l="13091"/>
          <a:stretch>
            <a:fillRect/>
          </a:stretch>
        </p:blipFill>
        <p:spPr>
          <a:xfrm>
            <a:off x="381000" y="3200400"/>
            <a:ext cx="5831942" cy="3660214"/>
          </a:xfrm>
          <a:prstGeom prst="rect">
            <a:avLst/>
          </a:prstGeom>
        </p:spPr>
      </p:pic>
      <p:pic>
        <p:nvPicPr>
          <p:cNvPr id="8" name="Picture 7" descr="SMART Logo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498080" y="2667000"/>
            <a:ext cx="1645920" cy="822960"/>
          </a:xfrm>
          <a:prstGeom prst="rect">
            <a:avLst/>
          </a:prstGeom>
        </p:spPr>
      </p:pic>
      <p:pic>
        <p:nvPicPr>
          <p:cNvPr id="9" name="Picture 8" descr="PLDT-Logo.jp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715000" y="2956560"/>
            <a:ext cx="1656273" cy="548640"/>
          </a:xfrm>
          <a:prstGeom prst="rect">
            <a:avLst/>
          </a:prstGeom>
        </p:spPr>
      </p:pic>
      <p:pic>
        <p:nvPicPr>
          <p:cNvPr id="10" name="Picture 9" descr="Digitel_Logo.pn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6697948" y="3718560"/>
            <a:ext cx="617252" cy="838200"/>
          </a:xfrm>
          <a:prstGeom prst="rect">
            <a:avLst/>
          </a:prstGeom>
        </p:spPr>
      </p:pic>
      <p:pic>
        <p:nvPicPr>
          <p:cNvPr id="11" name="Picture 10" descr="suncellular logo.jpg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620000" y="3642360"/>
            <a:ext cx="1021080" cy="940468"/>
          </a:xfrm>
          <a:prstGeom prst="rect">
            <a:avLst/>
          </a:prstGeom>
        </p:spPr>
      </p:pic>
      <p:sp>
        <p:nvSpPr>
          <p:cNvPr id="12" name="Rectangle 11"/>
          <p:cNvSpPr/>
          <p:nvPr userDrawn="1"/>
        </p:nvSpPr>
        <p:spPr>
          <a:xfrm>
            <a:off x="0" y="457200"/>
            <a:ext cx="9144000" cy="20574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808038"/>
            <a:ext cx="8229600" cy="639762"/>
          </a:xfrm>
        </p:spPr>
        <p:txBody>
          <a:bodyPr>
            <a:noAutofit/>
          </a:bodyPr>
          <a:lstStyle>
            <a:lvl1pPr algn="r"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presentation title</a:t>
            </a:r>
            <a:endParaRPr 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115928" y="6430743"/>
            <a:ext cx="2895600" cy="365125"/>
          </a:xfrm>
        </p:spPr>
        <p:txBody>
          <a:bodyPr/>
          <a:lstStyle>
            <a:lvl1pPr algn="r">
              <a:defRPr lang="en-US" sz="1050" smtClean="0"/>
            </a:lvl1pPr>
          </a:lstStyle>
          <a:p>
            <a:r>
              <a:rPr lang="en-US" smtClean="0"/>
              <a:t>Page </a:t>
            </a:r>
            <a:fld id="{12C4E9FB-9718-4138-B18C-13714C048F05}" type="slidenum">
              <a:rPr lang="en-US" smtClean="0"/>
              <a:pPr/>
              <a:t>‹#›</a:t>
            </a:fld>
            <a:r>
              <a:rPr lang="en-US" smtClean="0"/>
              <a:t> of </a:t>
            </a:r>
            <a:fld id="{011DA9B3-DCCD-4AC8-8F3D-0CB640A9F4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7"/>
          <a:srcRect/>
          <a:stretch>
            <a:fillRect/>
          </a:stretch>
        </p:blipFill>
        <p:spPr bwMode="auto">
          <a:xfrm>
            <a:off x="152400" y="2590800"/>
            <a:ext cx="3429000" cy="449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01093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33001"/>
            <a:ext cx="2895600" cy="200464"/>
          </a:xfrm>
        </p:spPr>
        <p:txBody>
          <a:bodyPr/>
          <a:lstStyle>
            <a:lvl1pPr>
              <a:defRPr sz="1000"/>
            </a:lvl1pPr>
          </a:lstStyle>
          <a:p>
            <a:r>
              <a:rPr lang="en-US" smtClean="0"/>
              <a:t>Page </a:t>
            </a:r>
            <a:fld id="{12C4E9FB-9718-4138-B18C-13714C048F05}" type="slidenum">
              <a:rPr lang="en-US" smtClean="0"/>
              <a:pPr/>
              <a:t>‹#›</a:t>
            </a:fld>
            <a:r>
              <a:rPr lang="en-US" smtClean="0"/>
              <a:t> of </a:t>
            </a:r>
            <a:fld id="{011DA9B3-DCCD-4AC8-8F3D-0CB640A9F468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 userDrawn="1"/>
        </p:nvGrpSpPr>
        <p:grpSpPr>
          <a:xfrm>
            <a:off x="6629400" y="6481402"/>
            <a:ext cx="2118361" cy="303662"/>
            <a:chOff x="1927936" y="3642360"/>
            <a:chExt cx="6560744" cy="940468"/>
          </a:xfrm>
        </p:grpSpPr>
        <p:pic>
          <p:nvPicPr>
            <p:cNvPr id="9" name="Picture 8" descr="SMART Logo.jpg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51917" y="3657601"/>
              <a:ext cx="1645921" cy="822961"/>
            </a:xfrm>
            <a:prstGeom prst="rect">
              <a:avLst/>
            </a:prstGeom>
          </p:spPr>
        </p:pic>
        <p:pic>
          <p:nvPicPr>
            <p:cNvPr id="10" name="Picture 9" descr="PLDT-Logo.jpg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7936" y="3947160"/>
              <a:ext cx="1656275" cy="548640"/>
            </a:xfrm>
            <a:prstGeom prst="rect">
              <a:avLst/>
            </a:prstGeom>
          </p:spPr>
        </p:pic>
        <p:pic>
          <p:nvPicPr>
            <p:cNvPr id="11" name="Picture 10" descr="Digitel_Logo.png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175898" y="3718561"/>
              <a:ext cx="617252" cy="838199"/>
            </a:xfrm>
            <a:prstGeom prst="rect">
              <a:avLst/>
            </a:prstGeom>
          </p:spPr>
        </p:pic>
        <p:pic>
          <p:nvPicPr>
            <p:cNvPr id="12" name="Picture 11" descr="suncellular logo.jpg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67600" y="3642360"/>
              <a:ext cx="1021080" cy="940468"/>
            </a:xfrm>
            <a:prstGeom prst="rect">
              <a:avLst/>
            </a:prstGeom>
          </p:spPr>
        </p:pic>
      </p:grpSp>
      <p:sp>
        <p:nvSpPr>
          <p:cNvPr id="13" name="Rectangle 12"/>
          <p:cNvSpPr/>
          <p:nvPr userDrawn="1"/>
        </p:nvSpPr>
        <p:spPr>
          <a:xfrm>
            <a:off x="228600" y="167640"/>
            <a:ext cx="86868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316520" y="260570"/>
            <a:ext cx="8229600" cy="411162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slide title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6"/>
          <a:srcRect/>
          <a:stretch>
            <a:fillRect/>
          </a:stretch>
        </p:blipFill>
        <p:spPr bwMode="auto">
          <a:xfrm>
            <a:off x="140680" y="6450671"/>
            <a:ext cx="2392363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 userDrawn="1"/>
        </p:nvSpPr>
        <p:spPr>
          <a:xfrm>
            <a:off x="228600" y="914400"/>
            <a:ext cx="8686800" cy="550046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3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"/>
          <p:cNvGrpSpPr>
            <a:grpSpLocks noChangeAspect="1"/>
          </p:cNvGrpSpPr>
          <p:nvPr userDrawn="1"/>
        </p:nvGrpSpPr>
        <p:grpSpPr bwMode="auto">
          <a:xfrm>
            <a:off x="6629978" y="6481466"/>
            <a:ext cx="2117148" cy="303609"/>
            <a:chOff x="1927936" y="3642360"/>
            <a:chExt cx="6560744" cy="940468"/>
          </a:xfrm>
        </p:grpSpPr>
        <p:pic>
          <p:nvPicPr>
            <p:cNvPr id="4" name="Picture 7" descr="SMART Logo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1917" y="3657601"/>
              <a:ext cx="1645921" cy="822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Picture 8" descr="PLDT-Logo.jp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27936" y="3947160"/>
              <a:ext cx="1656275" cy="548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9" descr="Digitel_Logo.png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175898" y="3718561"/>
              <a:ext cx="617252" cy="838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10" descr="suncellular logo.jpg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67600" y="3642360"/>
              <a:ext cx="1021080" cy="9404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Rectangle 7"/>
          <p:cNvSpPr/>
          <p:nvPr userDrawn="1"/>
        </p:nvSpPr>
        <p:spPr>
          <a:xfrm>
            <a:off x="228600" y="167640"/>
            <a:ext cx="86868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36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" name="Picture 2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90" y="6450212"/>
            <a:ext cx="2392795" cy="36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 userDrawn="1"/>
        </p:nvSpPr>
        <p:spPr>
          <a:xfrm>
            <a:off x="228023" y="913804"/>
            <a:ext cx="8687955" cy="550068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036"/>
          </a:p>
        </p:txBody>
      </p:sp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316520" y="260570"/>
            <a:ext cx="8229600" cy="411162"/>
          </a:xfrm>
        </p:spPr>
        <p:txBody>
          <a:bodyPr>
            <a:normAutofit/>
          </a:bodyPr>
          <a:lstStyle>
            <a:lvl1pPr algn="l">
              <a:defRPr sz="2327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124489" y="6533555"/>
            <a:ext cx="2895023" cy="199430"/>
          </a:xfrm>
        </p:spPr>
        <p:txBody>
          <a:bodyPr/>
          <a:lstStyle>
            <a:lvl1pPr>
              <a:defRPr sz="970"/>
            </a:lvl1pPr>
          </a:lstStyle>
          <a:p>
            <a:pPr>
              <a:defRPr/>
            </a:pPr>
            <a:r>
              <a:rPr lang="en-US"/>
              <a:t>Page </a:t>
            </a:r>
            <a:fld id="{1A0DE145-45E3-485F-9406-E069618D2F40}" type="slidenum">
              <a:rPr lang="en-US"/>
              <a:pPr>
                <a:defRPr/>
              </a:pPr>
              <a:t>‹#›</a:t>
            </a:fld>
            <a:r>
              <a:rPr lang="en-US"/>
              <a:t> of </a:t>
            </a:r>
            <a:fld id="{0C87D352-37A5-4B13-B1F0-D2960F0F408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054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533001"/>
            <a:ext cx="2895600" cy="200464"/>
          </a:xfrm>
        </p:spPr>
        <p:txBody>
          <a:bodyPr/>
          <a:lstStyle>
            <a:lvl1pPr>
              <a:defRPr sz="1000"/>
            </a:lvl1pPr>
          </a:lstStyle>
          <a:p>
            <a:r>
              <a:rPr lang="en-US" dirty="0" smtClean="0"/>
              <a:t>Page </a:t>
            </a:r>
            <a:fld id="{12C4E9FB-9718-4138-B18C-13714C048F05}" type="slidenum">
              <a:rPr lang="en-US" smtClean="0"/>
              <a:pPr/>
              <a:t>‹#›</a:t>
            </a:fld>
            <a:r>
              <a:rPr lang="en-US" dirty="0" smtClean="0"/>
              <a:t> of </a:t>
            </a:r>
            <a:fld id="{011DA9B3-DCCD-4AC8-8F3D-0CB640A9F46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 descr="SMART Logo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5204" y="6486324"/>
            <a:ext cx="531442" cy="265720"/>
          </a:xfrm>
          <a:prstGeom prst="rect">
            <a:avLst/>
          </a:prstGeom>
        </p:spPr>
      </p:pic>
      <p:pic>
        <p:nvPicPr>
          <p:cNvPr id="10" name="Picture 9" descr="PLDT-Logo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9404" y="6579818"/>
            <a:ext cx="534785" cy="177147"/>
          </a:xfrm>
          <a:prstGeom prst="rect">
            <a:avLst/>
          </a:prstGeom>
        </p:spPr>
      </p:pic>
      <p:pic>
        <p:nvPicPr>
          <p:cNvPr id="11" name="Picture 10" descr="Digitel_Logo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05" y="6506006"/>
            <a:ext cx="199301" cy="270641"/>
          </a:xfrm>
          <a:prstGeom prst="rect">
            <a:avLst/>
          </a:prstGeom>
        </p:spPr>
      </p:pic>
      <p:pic>
        <p:nvPicPr>
          <p:cNvPr id="12" name="Picture 11" descr="suncellular logo.jp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8074" y="6481402"/>
            <a:ext cx="329691" cy="303662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228600" y="167640"/>
            <a:ext cx="8686800" cy="6096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978" tIns="47489" rIns="94978" bIns="47489" rtlCol="0" anchor="ctr"/>
          <a:lstStyle/>
          <a:p>
            <a:pPr algn="ctr"/>
            <a:endParaRPr lang="en-US" sz="1636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7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16520" y="260571"/>
            <a:ext cx="8229600" cy="411162"/>
          </a:xfrm>
        </p:spPr>
        <p:txBody>
          <a:bodyPr>
            <a:normAutofit/>
          </a:bodyPr>
          <a:lstStyle>
            <a:lvl1pPr algn="l">
              <a:defRPr sz="2455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 smtClean="0"/>
              <a:t>Click to edit slide title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680" y="6450676"/>
            <a:ext cx="2392364" cy="365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 userDrawn="1"/>
        </p:nvSpPr>
        <p:spPr>
          <a:xfrm>
            <a:off x="228600" y="914400"/>
            <a:ext cx="8686800" cy="5500468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4978" tIns="47489" rIns="94978" bIns="47489" rtlCol="0" anchor="ctr"/>
          <a:lstStyle/>
          <a:p>
            <a:pPr algn="ctr"/>
            <a:endParaRPr lang="en-US" sz="1636"/>
          </a:p>
        </p:txBody>
      </p:sp>
    </p:spTree>
    <p:extLst>
      <p:ext uri="{BB962C8B-B14F-4D97-AF65-F5344CB8AC3E}">
        <p14:creationId xmlns:p14="http://schemas.microsoft.com/office/powerpoint/2010/main" val="1567664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91102-50D1-4422-8E48-DDE92C6E7D7E}" type="datetime1">
              <a:rPr lang="en-US" smtClean="0"/>
              <a:pPr/>
              <a:t>1/12/2016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Page </a:t>
            </a:r>
            <a:fld id="{9C9F49E7-802C-45AD-9A2E-A683EBAA2F6A}" type="slidenum">
              <a:rPr lang="en-US" smtClean="0"/>
              <a:pPr/>
              <a:t>‹#›</a:t>
            </a:fld>
            <a:r>
              <a:rPr lang="en-US" dirty="0" smtClean="0"/>
              <a:t>/</a:t>
            </a:r>
            <a:r>
              <a:rPr lang="en-US" dirty="0" err="1" smtClean="0"/>
              <a:t>TotalSlides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479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  <p:sldLayoutId id="2147483656" r:id="rId4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447800" y="918003"/>
            <a:ext cx="10591800" cy="830997"/>
          </a:xfr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alibri Light" panose="020F0302020204030204" pitchFamily="34" charset="0"/>
                <a:ea typeface="+mn-ea"/>
                <a:cs typeface="+mn-cs"/>
              </a:rPr>
              <a:t>Week 1 </a:t>
            </a:r>
            <a:r>
              <a:rPr lang="en-US" dirty="0">
                <a:latin typeface="Calibri Light" panose="020F0302020204030204" pitchFamily="34" charset="0"/>
                <a:ea typeface="+mn-ea"/>
                <a:cs typeface="+mn-cs"/>
              </a:rPr>
              <a:t>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42703"/>
            <a:ext cx="2743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smtClean="0">
                <a:solidFill>
                  <a:schemeClr val="bg1"/>
                </a:solidFill>
                <a:latin typeface="Calibri Light" panose="020F0302020204030204" pitchFamily="34" charset="0"/>
              </a:rPr>
              <a:t>VISAYAS</a:t>
            </a:r>
            <a:endParaRPr lang="en-US" sz="2400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400800" y="1819702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chemeClr val="bg1"/>
                </a:solidFill>
                <a:latin typeface="Calibri Light" panose="020F0302020204030204" pitchFamily="34" charset="0"/>
              </a:rPr>
              <a:t>December 2016</a:t>
            </a:r>
            <a:endParaRPr lang="en-US" dirty="0">
              <a:solidFill>
                <a:schemeClr val="bg1"/>
              </a:solidFill>
              <a:latin typeface="Calibri Light" panose="020F03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6520" y="260570"/>
            <a:ext cx="8229600" cy="501429"/>
          </a:xfrm>
        </p:spPr>
        <p:txBody>
          <a:bodyPr>
            <a:noAutofit/>
          </a:bodyPr>
          <a:lstStyle/>
          <a:p>
            <a:r>
              <a:rPr lang="en-US" sz="28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WEEK 1 </a:t>
            </a:r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RAW tickets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41920" y="4515485"/>
            <a:ext cx="2731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Number of </a:t>
            </a:r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Incidents/week.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16520" y="990600"/>
            <a:ext cx="80654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Invalid escalation of NOC with estimated time consumed by the </a:t>
            </a:r>
            <a:r>
              <a:rPr lang="en-US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team.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029200" y="3886200"/>
            <a:ext cx="3810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/>
              <a:t>*All details based from NOC </a:t>
            </a:r>
            <a:r>
              <a:rPr lang="en-US" sz="1400" i="1" dirty="0" smtClean="0"/>
              <a:t>week1 raw tickets.</a:t>
            </a:r>
            <a:endParaRPr lang="en-US" sz="1400" i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115" y="1323749"/>
            <a:ext cx="5838825" cy="25431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9115" y="4823262"/>
            <a:ext cx="4029075" cy="100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985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Week </a:t>
            </a:r>
            <a:r>
              <a:rPr lang="en-US" sz="28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1 </a:t>
            </a:r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RAW tickets</a:t>
            </a:r>
            <a:endParaRPr lang="en-US" sz="2400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8420" y="939801"/>
            <a:ext cx="2312380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rPr>
              <a:t> Restricted Access sites due to safety, security, and unpaid lease issues.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940" y="5867400"/>
            <a:ext cx="201344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i="1" dirty="0"/>
              <a:t>*All details based from NOC </a:t>
            </a:r>
            <a:r>
              <a:rPr lang="en-US" sz="1400" i="1" dirty="0" smtClean="0"/>
              <a:t>week1 raw tickets.</a:t>
            </a:r>
            <a:endParaRPr lang="en-US" sz="1400" i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1309133"/>
            <a:ext cx="6286500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326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Week </a:t>
            </a:r>
            <a:r>
              <a:rPr lang="en-US" sz="2800" b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1 </a:t>
            </a:r>
            <a:r>
              <a:rPr lang="en-US" sz="2800" b="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RAW tickets</a:t>
            </a:r>
            <a:endParaRPr lang="en-US" sz="2545" b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8420" y="1332214"/>
            <a:ext cx="635098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Repeated Outages of Hubs, Intermediate and last mile sites caused by Passive Infra. (</a:t>
            </a:r>
            <a:r>
              <a:rPr 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Week </a:t>
            </a:r>
            <a:r>
              <a:rPr lang="en-US" sz="1400" b="1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1)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8420" y="4133850"/>
            <a:ext cx="63509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Repeated Outages caused by the build out/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Opti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 Light" panose="020F0302020204030204" pitchFamily="34" charset="0"/>
                <a:cs typeface="Arial" pitchFamily="34" charset="0"/>
              </a:rPr>
              <a:t> issues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latin typeface="Calibri Light" panose="020F0302020204030204" pitchFamily="34" charset="0"/>
              <a:cs typeface="Arial" pitchFamily="3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62" y="4514850"/>
            <a:ext cx="2409825" cy="8191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462" y="1840194"/>
            <a:ext cx="7781925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872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00" y="3200400"/>
            <a:ext cx="2336800" cy="411162"/>
          </a:xfrm>
          <a:extLst/>
        </p:spPr>
        <p:txBody>
          <a:bodyPr>
            <a:noAutofit/>
          </a:bodyPr>
          <a:lstStyle/>
          <a:p>
            <a:pPr>
              <a:defRPr/>
            </a:pPr>
            <a:r>
              <a:rPr lang="en-US" sz="3600" dirty="0" smtClean="0">
                <a:ln/>
                <a:pattFill prst="dkUpDiag">
                  <a:fgClr>
                    <a:schemeClr val="bg1">
                      <a:lumMod val="50000"/>
                    </a:schemeClr>
                  </a:fgClr>
                  <a:bgClr>
                    <a:schemeClr val="tx1">
                      <a:lumMod val="75000"/>
                      <a:lumOff val="25000"/>
                    </a:schemeClr>
                  </a:bgClr>
                </a:pattFill>
                <a:effectLst>
                  <a:outerShdw blurRad="38100" dist="19050" dir="2700000" algn="tl" rotWithShape="0">
                    <a:schemeClr val="dk1">
                      <a:lumMod val="50000"/>
                      <a:alpha val="40000"/>
                    </a:schemeClr>
                  </a:outerShdw>
                </a:effectLst>
                <a:latin typeface="Calibri bold" panose="020F0702030404030204" pitchFamily="34" charset="0"/>
              </a:rPr>
              <a:t>Thank You</a:t>
            </a:r>
            <a:endParaRPr lang="en-US" sz="3600" dirty="0">
              <a:ln/>
              <a:pattFill prst="dkUpDiag">
                <a:fgClr>
                  <a:schemeClr val="bg1">
                    <a:lumMod val="50000"/>
                  </a:schemeClr>
                </a:fgClr>
                <a:bgClr>
                  <a:schemeClr val="tx1">
                    <a:lumMod val="75000"/>
                    <a:lumOff val="25000"/>
                  </a:schemeClr>
                </a:bgClr>
              </a:pattFill>
              <a:effectLst>
                <a:outerShdw blurRad="38100" dist="19050" dir="2700000" algn="tl" rotWithShape="0">
                  <a:schemeClr val="dk1">
                    <a:lumMod val="50000"/>
                    <a:alpha val="40000"/>
                  </a:schemeClr>
                </a:outerShdw>
              </a:effectLst>
              <a:latin typeface="Calibri bold" panose="020F07020304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719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9084</TotalTime>
  <Words>124</Words>
  <Application>Microsoft Office PowerPoint</Application>
  <PresentationFormat>On-screen Show (4:3)</PresentationFormat>
  <Paragraphs>24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bold</vt:lpstr>
      <vt:lpstr>Calibri Light</vt:lpstr>
      <vt:lpstr>Office Theme</vt:lpstr>
      <vt:lpstr>Week 1 Report</vt:lpstr>
      <vt:lpstr>WEEK 1 RAW tickets</vt:lpstr>
      <vt:lpstr>Week 1 RAW tickets</vt:lpstr>
      <vt:lpstr>Week 1 RAW tickets</vt:lpstr>
      <vt:lpstr>Thank You</vt:lpstr>
    </vt:vector>
  </TitlesOfParts>
  <Company>Smart Communications,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PATENIO, Ariel P.</dc:creator>
  <cp:lastModifiedBy>visosg</cp:lastModifiedBy>
  <cp:revision>1105</cp:revision>
  <dcterms:created xsi:type="dcterms:W3CDTF">2012-08-09T07:43:55Z</dcterms:created>
  <dcterms:modified xsi:type="dcterms:W3CDTF">2016-01-12T02:38:37Z</dcterms:modified>
</cp:coreProperties>
</file>