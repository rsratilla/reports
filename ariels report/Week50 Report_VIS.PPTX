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327" r:id="rId3"/>
    <p:sldId id="328" r:id="rId4"/>
    <p:sldId id="338" r:id="rId5"/>
    <p:sldId id="2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S, Rogelio (Roger) L." initials="FR(L" lastIdx="1" clrIdx="0">
    <p:extLst>
      <p:ext uri="{19B8F6BF-5375-455C-9EA6-DF929625EA0E}">
        <p15:presenceInfo xmlns:p15="http://schemas.microsoft.com/office/powerpoint/2012/main" userId="S-1-5-21-21127918-1879733688-1683584401-63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88" autoAdjust="0"/>
    <p:restoredTop sz="87125" autoAdjust="0"/>
  </p:normalViewPr>
  <p:slideViewPr>
    <p:cSldViewPr>
      <p:cViewPr varScale="1">
        <p:scale>
          <a:sx n="79" d="100"/>
          <a:sy n="79" d="100"/>
        </p:scale>
        <p:origin x="154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5E35C-A594-4D27-A4DF-6DBD499D2876}" type="datetimeFigureOut">
              <a:rPr lang="en-US" smtClean="0"/>
              <a:pPr/>
              <a:t>12/22/2015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1B45-826F-4745-8029-627270C316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Footnote: </a:t>
            </a:r>
          </a:p>
          <a:p>
            <a:r>
              <a:rPr lang="en-US" dirty="0" smtClean="0"/>
              <a:t>*All details based from NOC raw</a:t>
            </a:r>
            <a:r>
              <a:rPr lang="en-US" baseline="0" dirty="0" smtClean="0"/>
              <a:t> tickets (always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0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9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 month comparison</a:t>
            </a:r>
            <a:r>
              <a:rPr lang="en-US" baseline="0" dirty="0" smtClean="0"/>
              <a:t> per repeated outages. 2 or more</a:t>
            </a:r>
          </a:p>
          <a:p>
            <a:r>
              <a:rPr lang="en-US" baseline="0" dirty="0" smtClean="0"/>
              <a:t>Mitigation/innovation. - Not specific.</a:t>
            </a:r>
          </a:p>
          <a:p>
            <a:r>
              <a:rPr lang="en-US" baseline="0" dirty="0" smtClean="0"/>
              <a:t>Regardless of node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FE184A-11C2-4CFE-B361-BDD39AF8BA66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800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rabajo-en-grupo.jpg"/>
          <p:cNvPicPr>
            <a:picLocks noChangeAspect="1"/>
          </p:cNvPicPr>
          <p:nvPr userDrawn="1"/>
        </p:nvPicPr>
        <p:blipFill>
          <a:blip r:embed="rId2"/>
          <a:srcRect l="13091"/>
          <a:stretch>
            <a:fillRect/>
          </a:stretch>
        </p:blipFill>
        <p:spPr>
          <a:xfrm>
            <a:off x="381000" y="3200400"/>
            <a:ext cx="5831942" cy="3660214"/>
          </a:xfrm>
          <a:prstGeom prst="rect">
            <a:avLst/>
          </a:prstGeom>
        </p:spPr>
      </p:pic>
      <p:pic>
        <p:nvPicPr>
          <p:cNvPr id="8" name="Picture 7" descr="SMART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98080" y="2667000"/>
            <a:ext cx="1645920" cy="822960"/>
          </a:xfrm>
          <a:prstGeom prst="rect">
            <a:avLst/>
          </a:prstGeom>
        </p:spPr>
      </p:pic>
      <p:pic>
        <p:nvPicPr>
          <p:cNvPr id="9" name="Picture 8" descr="PLDT-Logo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956560"/>
            <a:ext cx="1656273" cy="548640"/>
          </a:xfrm>
          <a:prstGeom prst="rect">
            <a:avLst/>
          </a:prstGeom>
        </p:spPr>
      </p:pic>
      <p:pic>
        <p:nvPicPr>
          <p:cNvPr id="10" name="Picture 9" descr="Digitel_Logo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97948" y="3718560"/>
            <a:ext cx="617252" cy="838200"/>
          </a:xfrm>
          <a:prstGeom prst="rect">
            <a:avLst/>
          </a:prstGeom>
        </p:spPr>
      </p:pic>
      <p:pic>
        <p:nvPicPr>
          <p:cNvPr id="11" name="Picture 10" descr="suncellular logo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620000" y="3642360"/>
            <a:ext cx="1021080" cy="94046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457200"/>
            <a:ext cx="9144000" cy="2057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08038"/>
            <a:ext cx="8229600" cy="639762"/>
          </a:xfrm>
        </p:spPr>
        <p:txBody>
          <a:bodyPr>
            <a:noAutofit/>
          </a:bodyPr>
          <a:lstStyle>
            <a:lvl1pPr algn="r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presentation title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928" y="6430743"/>
            <a:ext cx="2895600" cy="365125"/>
          </a:xfrm>
        </p:spPr>
        <p:txBody>
          <a:bodyPr/>
          <a:lstStyle>
            <a:lvl1pPr algn="r">
              <a:defRPr lang="en-US" sz="1050" smtClean="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152400" y="2590800"/>
            <a:ext cx="342900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093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6629400" y="6481402"/>
            <a:ext cx="2118361" cy="303662"/>
            <a:chOff x="1927936" y="3642360"/>
            <a:chExt cx="6560744" cy="940468"/>
          </a:xfrm>
        </p:grpSpPr>
        <p:pic>
          <p:nvPicPr>
            <p:cNvPr id="9" name="Picture 8" descr="SMART Logo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917" y="3657601"/>
              <a:ext cx="1645921" cy="822961"/>
            </a:xfrm>
            <a:prstGeom prst="rect">
              <a:avLst/>
            </a:prstGeom>
          </p:spPr>
        </p:pic>
        <p:pic>
          <p:nvPicPr>
            <p:cNvPr id="10" name="Picture 9" descr="PLDT-Log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7936" y="3947160"/>
              <a:ext cx="1656275" cy="548640"/>
            </a:xfrm>
            <a:prstGeom prst="rect">
              <a:avLst/>
            </a:prstGeom>
          </p:spPr>
        </p:pic>
        <p:pic>
          <p:nvPicPr>
            <p:cNvPr id="11" name="Picture 10" descr="Digitel_Logo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5898" y="3718561"/>
              <a:ext cx="617252" cy="838199"/>
            </a:xfrm>
            <a:prstGeom prst="rect">
              <a:avLst/>
            </a:prstGeom>
          </p:spPr>
        </p:pic>
        <p:pic>
          <p:nvPicPr>
            <p:cNvPr id="12" name="Picture 11" descr="suncellular log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3642360"/>
              <a:ext cx="1021080" cy="940468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40680" y="6450671"/>
            <a:ext cx="23923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 noChangeAspect="1"/>
          </p:cNvGrpSpPr>
          <p:nvPr userDrawn="1"/>
        </p:nvGrpSpPr>
        <p:grpSpPr bwMode="auto">
          <a:xfrm>
            <a:off x="6629978" y="6481466"/>
            <a:ext cx="2117148" cy="303609"/>
            <a:chOff x="1927936" y="3642360"/>
            <a:chExt cx="6560744" cy="940468"/>
          </a:xfrm>
        </p:grpSpPr>
        <p:pic>
          <p:nvPicPr>
            <p:cNvPr id="4" name="Picture 7" descr="SMART Logo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1917" y="3657601"/>
              <a:ext cx="1645921" cy="82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8" descr="PLDT-Log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936" y="3947160"/>
              <a:ext cx="1656275" cy="5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Digitel_Log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5898" y="3718561"/>
              <a:ext cx="617252" cy="838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 descr="suncellular logo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3642360"/>
              <a:ext cx="1021080" cy="940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7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90" y="6450212"/>
            <a:ext cx="2392795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228023" y="913804"/>
            <a:ext cx="8687955" cy="550068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32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489" y="6533555"/>
            <a:ext cx="2895023" cy="199430"/>
          </a:xfrm>
        </p:spPr>
        <p:txBody>
          <a:bodyPr/>
          <a:lstStyle>
            <a:lvl1pPr>
              <a:defRPr sz="970"/>
            </a:lvl1pPr>
          </a:lstStyle>
          <a:p>
            <a:pPr>
              <a:defRPr/>
            </a:pPr>
            <a:r>
              <a:rPr lang="en-US"/>
              <a:t>Page </a:t>
            </a:r>
            <a:fld id="{1A0DE145-45E3-485F-9406-E069618D2F40}" type="slidenum">
              <a:rPr lang="en-US"/>
              <a:pPr>
                <a:defRPr/>
              </a:pPr>
              <a:t>‹#›</a:t>
            </a:fld>
            <a:r>
              <a:rPr lang="en-US"/>
              <a:t> of </a:t>
            </a:r>
            <a:fld id="{0C87D352-37A5-4B13-B1F0-D2960F0F40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5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dirty="0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SMART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4" y="6486324"/>
            <a:ext cx="531442" cy="265720"/>
          </a:xfrm>
          <a:prstGeom prst="rect">
            <a:avLst/>
          </a:prstGeom>
        </p:spPr>
      </p:pic>
      <p:pic>
        <p:nvPicPr>
          <p:cNvPr id="10" name="Picture 9" descr="PLDT-Logo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4" y="6579818"/>
            <a:ext cx="534785" cy="177147"/>
          </a:xfrm>
          <a:prstGeom prst="rect">
            <a:avLst/>
          </a:prstGeom>
        </p:spPr>
      </p:pic>
      <p:pic>
        <p:nvPicPr>
          <p:cNvPr id="11" name="Picture 10" descr="Digitel_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5" y="6506006"/>
            <a:ext cx="199301" cy="270641"/>
          </a:xfrm>
          <a:prstGeom prst="rect">
            <a:avLst/>
          </a:prstGeom>
        </p:spPr>
      </p:pic>
      <p:pic>
        <p:nvPicPr>
          <p:cNvPr id="12" name="Picture 11" descr="suncellular 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74" y="6481402"/>
            <a:ext cx="329691" cy="303662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16520" y="260571"/>
            <a:ext cx="8229600" cy="411162"/>
          </a:xfrm>
        </p:spPr>
        <p:txBody>
          <a:bodyPr>
            <a:normAutofit/>
          </a:bodyPr>
          <a:lstStyle>
            <a:lvl1pPr algn="l">
              <a:defRPr sz="245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80" y="6450676"/>
            <a:ext cx="2392364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/>
          </a:p>
        </p:txBody>
      </p:sp>
    </p:spTree>
    <p:extLst>
      <p:ext uri="{BB962C8B-B14F-4D97-AF65-F5344CB8AC3E}">
        <p14:creationId xmlns:p14="http://schemas.microsoft.com/office/powerpoint/2010/main" val="156766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91102-50D1-4422-8E48-DDE92C6E7D7E}" type="datetime1">
              <a:rPr lang="en-US" smtClean="0"/>
              <a:pPr/>
              <a:t>12/22/2015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Page </a:t>
            </a:r>
            <a:fld id="{9C9F49E7-802C-45AD-9A2E-A683EBAA2F6A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dirty="0" err="1" smtClean="0"/>
              <a:t>TotalSlides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7800" y="918003"/>
            <a:ext cx="10591800" cy="830997"/>
          </a:xfr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Week </a:t>
            </a:r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50</a:t>
            </a:r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 </a:t>
            </a:r>
            <a:r>
              <a:rPr lang="en-US" dirty="0">
                <a:latin typeface="Calibri Light" panose="020F0302020204030204" pitchFamily="34" charset="0"/>
                <a:ea typeface="+mn-ea"/>
                <a:cs typeface="+mn-cs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4270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smtClean="0">
                <a:solidFill>
                  <a:schemeClr val="bg1"/>
                </a:solidFill>
                <a:latin typeface="Calibri Light" panose="020F0302020204030204" pitchFamily="34" charset="0"/>
              </a:rPr>
              <a:t>VISAYAS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81970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December </a:t>
            </a:r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2015</a:t>
            </a:r>
            <a:endParaRPr lang="en-US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501429"/>
          </a:xfrm>
        </p:spPr>
        <p:txBody>
          <a:bodyPr>
            <a:noAutofit/>
          </a:bodyPr>
          <a:lstStyle/>
          <a:p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50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920" y="4515485"/>
            <a:ext cx="2731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Number of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Incidents/week.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520" y="990600"/>
            <a:ext cx="8065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Invalid escalation of NOC with estimated time consumed by the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team.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3886200"/>
            <a:ext cx="381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week50 </a:t>
            </a:r>
            <a:r>
              <a:rPr lang="en-US" sz="1400" i="1" dirty="0" smtClean="0"/>
              <a:t>raw tickets.</a:t>
            </a:r>
            <a:endParaRPr lang="en-US" sz="1400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03" y="1322704"/>
            <a:ext cx="5848350" cy="2552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503" y="4862252"/>
            <a:ext cx="40290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50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420" y="939801"/>
            <a:ext cx="23123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 Restricted Access sites due to safety, security, and unpaid lease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940" y="5867400"/>
            <a:ext cx="2013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week50 </a:t>
            </a:r>
            <a:r>
              <a:rPr lang="en-US" sz="1400" i="1" dirty="0" smtClean="0"/>
              <a:t>raw tickets.</a:t>
            </a:r>
            <a:endParaRPr lang="en-US" sz="14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467" y="1309133"/>
            <a:ext cx="63341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50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545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420" y="1332214"/>
            <a:ext cx="63509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of Hubs, Intermediate and last mile sites caused by Passive Infra. (Week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50)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420" y="4133850"/>
            <a:ext cx="63509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caused by the build out/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Opti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 issues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06" y="1956223"/>
            <a:ext cx="7762875" cy="800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8" y="4484783"/>
            <a:ext cx="240982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0" y="3200400"/>
            <a:ext cx="2336800" cy="411162"/>
          </a:xfrm>
          <a:extLst/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 bold" panose="020F0702030404030204" pitchFamily="34" charset="0"/>
              </a:rPr>
              <a:t>Thank You</a:t>
            </a:r>
            <a:endParaRPr lang="en-US" sz="360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9072</TotalTime>
  <Words>124</Words>
  <Application>Microsoft Office PowerPoint</Application>
  <PresentationFormat>On-screen Show (4:3)</PresentationFormat>
  <Paragraphs>24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bold</vt:lpstr>
      <vt:lpstr>Calibri Light</vt:lpstr>
      <vt:lpstr>Office Theme</vt:lpstr>
      <vt:lpstr>Week 50 Report</vt:lpstr>
      <vt:lpstr>WEEK 50 RAW tickets</vt:lpstr>
      <vt:lpstr>Week 50 RAW tickets</vt:lpstr>
      <vt:lpstr>Week 50 RAW tickets</vt:lpstr>
      <vt:lpstr>Thank You</vt:lpstr>
    </vt:vector>
  </TitlesOfParts>
  <Company>Smart Communications,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PATENIO, Ariel P.</dc:creator>
  <cp:lastModifiedBy>visosg</cp:lastModifiedBy>
  <cp:revision>1092</cp:revision>
  <dcterms:created xsi:type="dcterms:W3CDTF">2012-08-09T07:43:55Z</dcterms:created>
  <dcterms:modified xsi:type="dcterms:W3CDTF">2015-12-22T07:48:57Z</dcterms:modified>
</cp:coreProperties>
</file>