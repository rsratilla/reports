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9/21/2015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9/21/2015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37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September </a:t>
            </a:r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2015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37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week37 raw tickets.</a:t>
            </a:r>
            <a:endParaRPr lang="en-US" sz="1400" i="1" dirty="0"/>
          </a:p>
        </p:txBody>
      </p:sp>
      <p:pic>
        <p:nvPicPr>
          <p:cNvPr id="375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75" y="1341339"/>
            <a:ext cx="5810250" cy="2514600"/>
          </a:xfrm>
          <a:prstGeom prst="rect">
            <a:avLst/>
          </a:prstGeom>
        </p:spPr>
      </p:pic>
      <p:pic>
        <p:nvPicPr>
          <p:cNvPr id="376" name="Picture 3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75" y="5105400"/>
            <a:ext cx="40195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37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week36 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570" y="1309133"/>
            <a:ext cx="63055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37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(Week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37)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724400"/>
            <a:ext cx="2890685" cy="936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05" y="1892010"/>
            <a:ext cx="78009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9060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37 Report</vt:lpstr>
      <vt:lpstr>WEEK 37 RAW tickets</vt:lpstr>
      <vt:lpstr>Week 37 RAW tickets</vt:lpstr>
      <vt:lpstr>Week 37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1084</cp:revision>
  <dcterms:created xsi:type="dcterms:W3CDTF">2012-08-09T07:43:55Z</dcterms:created>
  <dcterms:modified xsi:type="dcterms:W3CDTF">2015-09-21T10:04:24Z</dcterms:modified>
</cp:coreProperties>
</file>