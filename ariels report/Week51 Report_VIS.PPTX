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</a:t>
            </a:r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51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December 2015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week51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03" y="1352550"/>
            <a:ext cx="5829300" cy="2533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503" y="4823262"/>
            <a:ext cx="4000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week51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620" y="1309133"/>
            <a:ext cx="62865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(Week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51)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8" y="1855434"/>
            <a:ext cx="7791450" cy="828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8" y="4441627"/>
            <a:ext cx="24003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9076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51 Report</vt:lpstr>
      <vt:lpstr>WEEK 51 RAW tickets</vt:lpstr>
      <vt:lpstr>Week 51 RAW tickets</vt:lpstr>
      <vt:lpstr>Week 51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1096</cp:revision>
  <dcterms:created xsi:type="dcterms:W3CDTF">2012-08-09T07:43:55Z</dcterms:created>
  <dcterms:modified xsi:type="dcterms:W3CDTF">2015-12-29T04:42:48Z</dcterms:modified>
</cp:coreProperties>
</file>